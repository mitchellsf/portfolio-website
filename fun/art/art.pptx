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93025-F4A4-47F6-A6BB-CFD1BFD87824}" v="3" dt="2026-02-12T05:05:04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chell Fowler" userId="0c3d3d0c9a062725" providerId="LiveId" clId="{50F2C5C9-6B18-44BE-87E6-70F8E9E3C765}"/>
    <pc:docChg chg="undo custSel addSld delSld modSld">
      <pc:chgData name="Mitchell Fowler" userId="0c3d3d0c9a062725" providerId="LiveId" clId="{50F2C5C9-6B18-44BE-87E6-70F8E9E3C765}" dt="2026-02-12T05:07:27.083" v="80" actId="1038"/>
      <pc:docMkLst>
        <pc:docMk/>
      </pc:docMkLst>
      <pc:sldChg chg="del">
        <pc:chgData name="Mitchell Fowler" userId="0c3d3d0c9a062725" providerId="LiveId" clId="{50F2C5C9-6B18-44BE-87E6-70F8E9E3C765}" dt="2026-02-12T05:02:34.954" v="1" actId="47"/>
        <pc:sldMkLst>
          <pc:docMk/>
          <pc:sldMk cId="2161259176" sldId="256"/>
        </pc:sldMkLst>
      </pc:sldChg>
      <pc:sldChg chg="addSp modSp new mod">
        <pc:chgData name="Mitchell Fowler" userId="0c3d3d0c9a062725" providerId="LiveId" clId="{50F2C5C9-6B18-44BE-87E6-70F8E9E3C765}" dt="2026-02-12T05:04:28.775" v="25" actId="1076"/>
        <pc:sldMkLst>
          <pc:docMk/>
          <pc:sldMk cId="2260931085" sldId="257"/>
        </pc:sldMkLst>
        <pc:picChg chg="add mod modCrop">
          <ac:chgData name="Mitchell Fowler" userId="0c3d3d0c9a062725" providerId="LiveId" clId="{50F2C5C9-6B18-44BE-87E6-70F8E9E3C765}" dt="2026-02-12T05:04:28.775" v="25" actId="1076"/>
          <ac:picMkLst>
            <pc:docMk/>
            <pc:sldMk cId="2260931085" sldId="257"/>
            <ac:picMk id="3" creationId="{1C9C4132-8442-6844-9820-2BAAC3E9546A}"/>
          </ac:picMkLst>
        </pc:picChg>
        <pc:picChg chg="add mod modCrop">
          <ac:chgData name="Mitchell Fowler" userId="0c3d3d0c9a062725" providerId="LiveId" clId="{50F2C5C9-6B18-44BE-87E6-70F8E9E3C765}" dt="2026-02-12T05:04:28.775" v="25" actId="1076"/>
          <ac:picMkLst>
            <pc:docMk/>
            <pc:sldMk cId="2260931085" sldId="257"/>
            <ac:picMk id="5" creationId="{77373522-C991-1E9B-65AD-539F2914A48D}"/>
          </ac:picMkLst>
        </pc:picChg>
      </pc:sldChg>
      <pc:sldChg chg="addSp modSp new mod">
        <pc:chgData name="Mitchell Fowler" userId="0c3d3d0c9a062725" providerId="LiveId" clId="{50F2C5C9-6B18-44BE-87E6-70F8E9E3C765}" dt="2026-02-12T05:07:27.083" v="80" actId="1038"/>
        <pc:sldMkLst>
          <pc:docMk/>
          <pc:sldMk cId="1362585914" sldId="258"/>
        </pc:sldMkLst>
        <pc:picChg chg="add mod modCrop">
          <ac:chgData name="Mitchell Fowler" userId="0c3d3d0c9a062725" providerId="LiveId" clId="{50F2C5C9-6B18-44BE-87E6-70F8E9E3C765}" dt="2026-02-12T05:07:27.083" v="80" actId="1038"/>
          <ac:picMkLst>
            <pc:docMk/>
            <pc:sldMk cId="1362585914" sldId="258"/>
            <ac:picMk id="3" creationId="{E7C92821-43F3-4D1E-CB40-91E32DE4F965}"/>
          </ac:picMkLst>
        </pc:picChg>
        <pc:picChg chg="add mod modCrop">
          <ac:chgData name="Mitchell Fowler" userId="0c3d3d0c9a062725" providerId="LiveId" clId="{50F2C5C9-6B18-44BE-87E6-70F8E9E3C765}" dt="2026-02-12T05:05:50.931" v="40" actId="1076"/>
          <ac:picMkLst>
            <pc:docMk/>
            <pc:sldMk cId="1362585914" sldId="258"/>
            <ac:picMk id="5" creationId="{6CD73215-E5E6-C0AD-2EFD-D4D27BEB08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670B-DD80-C301-7270-35C5993A3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743F4-32E8-4A8B-1CDE-DB953D43D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896D7-6F57-D18A-BE06-B6E8BD3FD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47061-A379-B142-125A-3B20C1B9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72B74-4D01-CB48-CAAC-41DCD93F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99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A0AD-28A6-5600-2999-2AE42EE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6F2D0-4183-B62A-E318-AD2071A52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4CEEA-2E27-D8B6-6DA2-3B4CAA3F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BAC07-34A6-4829-E61C-B11EA244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22D4C-2DC5-5CEE-7231-B51D8DA0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0AB6-C160-6F6B-6498-66AC8735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25FF7-F001-4613-E8DF-E43B99DB1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C6F6F-CB8B-0C34-8948-2B9FD55A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97128-22E9-EB6D-2F29-CDC08660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E1FE4-9550-49C2-C726-24AA7FBD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9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70DE-F186-469E-D8AC-ACD7E671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B934F-EE58-A757-6C05-023265382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88B3D-13D3-6363-90BC-94313BAA3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40563-C4A9-AAF8-CDF7-E842FDAB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0BDB1-A38C-E814-88E2-C1B1EACB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E8993-C36B-1794-0A2E-899606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5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814D-C662-DD99-4021-60EFFA18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4318E-78B6-991B-A7AC-42A11F9EF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6175C-3692-72C6-D8AF-CDC13561F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4E9ACC-BD24-7455-0F32-1CC39AD71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841718-9FA1-7F94-2654-497C94C7E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5A3E98-BBAD-6149-93AB-2D4EE4E6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F9E21-B210-E8A0-6DE3-2274B66E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79AC9-46C9-F8D9-687E-50F570E1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0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683E-D174-4D58-0E10-444CF80B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442A5-495E-1447-B6A8-69E54C17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8303A-C9DD-FC35-A82A-C599E12C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4129D-BB51-BD96-FF56-EFA0AA22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0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D4023-735F-5A23-1485-045894B2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38F8F-749F-B530-5C0F-9CCFB231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8AADF-FA76-94C7-400F-8285854D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9E51-11CD-95F7-4EB8-0A6CF0BC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4AC3-BA78-E11A-E1E8-858E5283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20DCD-8668-4A75-C61F-537797109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96E8E-DD15-AC15-F0C9-B67549B8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007D7-7B1A-42B7-1FD0-6CA9E538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28D3C-5B30-ECBC-6E13-50D81D15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6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A6FD-8F5B-C910-4E5C-F1360061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553E9-0495-07A4-20FE-7EBC4D0E2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67484-CA1F-5E4D-24FD-888749F4C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E7D8B-4CED-E383-F0EE-1C253935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A4213-E48C-4392-2C47-DBB3C0D4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02C8F-17EF-F7F1-C0D8-CBE89730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9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805E-2FE4-70E2-9ADF-AB266F9B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8B9D5-5497-1FC0-6162-6AAFA736E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9CBB1-DEDB-5BC9-8F45-08AD54FF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FA62E-0ED4-D0FB-52AA-B1474DE2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799C6-BF67-F87B-6FB5-F01B93DD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4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DF34AC-437D-7115-D175-E9B3CCDA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8280D-BE2E-6B53-4D89-741B7B81D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99E29-661D-A77F-80F3-03B98443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C4D07-E3CB-26D5-6E02-3405CD36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86F43-E4EC-8BF2-9953-A8CEA702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6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EED5A-528A-941B-6471-069CB782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95D8B-0FBF-0FEF-CF07-A9CA7453E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F027-31DB-FFBD-A381-0FCC34EDA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43152-BD4D-4E65-AF91-F4CAB5E5E4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D0F65-C33E-AA16-E67D-9840D44BF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851AC-A968-476D-D29A-198372EE0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6BBE4-59A2-424E-8379-8504F95F1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0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man wearing a polo shirt, with distinctive facial features.&#10;&#10;AI-generated content may be incorrect.">
            <a:extLst>
              <a:ext uri="{FF2B5EF4-FFF2-40B4-BE49-F238E27FC236}">
                <a16:creationId xmlns:a16="http://schemas.microsoft.com/office/drawing/2014/main" id="{1C9C4132-8442-6844-9820-2BAAC3E95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0" t="8136" r="4344" b="6225"/>
          <a:stretch>
            <a:fillRect/>
          </a:stretch>
        </p:blipFill>
        <p:spPr>
          <a:xfrm rot="5400000">
            <a:off x="5206177" y="1371600"/>
            <a:ext cx="5279923" cy="3893578"/>
          </a:xfrm>
          <a:prstGeom prst="rect">
            <a:avLst/>
          </a:prstGeom>
        </p:spPr>
      </p:pic>
      <p:pic>
        <p:nvPicPr>
          <p:cNvPr id="5" name="Picture 4" descr="The image depicts a person with a neatly combed, dark hair, wearing a gray, buttoned-up shirt.&#10;&#10;AI-generated content may be incorrect.">
            <a:extLst>
              <a:ext uri="{FF2B5EF4-FFF2-40B4-BE49-F238E27FC236}">
                <a16:creationId xmlns:a16="http://schemas.microsoft.com/office/drawing/2014/main" id="{77373522-C991-1E9B-65AD-539F2914A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2" b="15269"/>
          <a:stretch>
            <a:fillRect/>
          </a:stretch>
        </p:blipFill>
        <p:spPr>
          <a:xfrm>
            <a:off x="1920612" y="678426"/>
            <a:ext cx="3336324" cy="527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3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detailed, shaggy-haired character from the Game of Thrones series, wearing armor and holding a sword.&#10;&#10;AI-generated content may be incorrect.">
            <a:extLst>
              <a:ext uri="{FF2B5EF4-FFF2-40B4-BE49-F238E27FC236}">
                <a16:creationId xmlns:a16="http://schemas.microsoft.com/office/drawing/2014/main" id="{E7C92821-43F3-4D1E-CB40-91E32DE4F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5" t="4503" r="5806" b="4696"/>
          <a:stretch>
            <a:fillRect/>
          </a:stretch>
        </p:blipFill>
        <p:spPr>
          <a:xfrm rot="5400000">
            <a:off x="5859541" y="1681916"/>
            <a:ext cx="4798142" cy="3730141"/>
          </a:xfrm>
          <a:prstGeom prst="rect">
            <a:avLst/>
          </a:prstGeom>
        </p:spPr>
      </p:pic>
      <p:pic>
        <p:nvPicPr>
          <p:cNvPr id="5" name="Picture 4" descr="The image shows a person with a thick, dark wolf-like coat, potentially referring to the character Tyrion from Game of Thrones.&#10;&#10;AI-generated content may be incorrect.">
            <a:extLst>
              <a:ext uri="{FF2B5EF4-FFF2-40B4-BE49-F238E27FC236}">
                <a16:creationId xmlns:a16="http://schemas.microsoft.com/office/drawing/2014/main" id="{6CD73215-E5E6-C0AD-2EFD-D4D27BEB0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98" t="3441" r="25699" b="26595"/>
          <a:stretch>
            <a:fillRect/>
          </a:stretch>
        </p:blipFill>
        <p:spPr>
          <a:xfrm>
            <a:off x="1818967" y="1147916"/>
            <a:ext cx="3923071" cy="47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8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Mitchell Fowler</dc:creator>
  <cp:lastModifiedBy>Mitchell Fowler</cp:lastModifiedBy>
  <cp:revision>1</cp:revision>
  <dcterms:created xsi:type="dcterms:W3CDTF">2026-02-12T05:01:11Z</dcterms:created>
  <dcterms:modified xsi:type="dcterms:W3CDTF">2026-02-12T05:07:31Z</dcterms:modified>
</cp:coreProperties>
</file>